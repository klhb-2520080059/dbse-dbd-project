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20440"/>
            <a:ext cx="121615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1280160" y="3456432"/>
            <a:ext cx="128016" cy="128016"/>
          </a:xfrm>
          <a:prstGeom prst="ellipse">
            <a:avLst/>
          </a:prstGeom>
          <a:solidFill>
            <a:srgbClr val="9FD8CB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3456432"/>
            <a:ext cx="128016" cy="128016"/>
          </a:xfrm>
          <a:prstGeom prst="ellipse">
            <a:avLst/>
          </a:prstGeom>
          <a:solidFill>
            <a:srgbClr val="9FD8CB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3456432"/>
            <a:ext cx="128016" cy="128016"/>
          </a:xfrm>
          <a:prstGeom prst="ellipse">
            <a:avLst/>
          </a:prstGeom>
          <a:solidFill>
            <a:srgbClr val="9FD8CB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3456432"/>
            <a:ext cx="128016" cy="128016"/>
          </a:xfrm>
          <a:prstGeom prst="ellipse">
            <a:avLst/>
          </a:prstGeom>
          <a:solidFill>
            <a:srgbClr val="9FD8CB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64240" y="3456432"/>
            <a:ext cx="128016" cy="128016"/>
          </a:xfrm>
          <a:prstGeom prst="ellipse">
            <a:avLst/>
          </a:prstGeom>
          <a:solidFill>
            <a:srgbClr val="9FD8CB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685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/home/claude/transit_ppt/icons/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813816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7132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DATABASE-DRIVEN TRAVEL SYSTEM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Transit Planner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822960" y="35661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reliable system for finding routes, timings, stops and fares — all from one database.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22960" y="5394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1" descr="/home/claude/transit_ppt/icons/t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550468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0080" y="5897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Buses &amp; Trains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337560" y="5394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/home/claude/transit_ppt/icons/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88" y="550468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154680" y="5897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&amp; Stops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852160" y="5394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/home/claude/transit_ppt/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550468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5897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Timings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366760" y="5394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4" descr="/home/claude/transit_ppt/icons/mon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5504688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183880" y="5897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transport information is scattered and hard to access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20116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transit_ppt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215798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83464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Unclear Routes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319272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struggle to identify the correct bus or train route to reach their destination.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20440" y="16916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20116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transit_ppt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215798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283464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Unknown Timings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49040" y="3319272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and train schedules are hard to find, causing missed connections and long waits.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92240" y="16916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0" y="20116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transit_ppt/icons/mapmark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4" y="215798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56832" y="283464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Confusing Stops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720840" y="3319272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Locating the right boarding and alighting stops is often a guessing game.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464040" y="16916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469880" y="20116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transit_ppt/icons/mon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6184" y="215798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28632" y="283464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Fares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692640" y="3319272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information is rarely available upfront, making trip budgeting difficult.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51663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passengers waste time, miss connections, and lose trust in public transport.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Planner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Proposed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database-backed system that answers every travel question in one place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526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enters a starting point and a destination. The system queries a structured database of buses, trains, routes, stops, timings and fares — then instantly returns the best matching routes with full travel details.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4224528"/>
            <a:ext cx="109728" cy="109728"/>
          </a:xfrm>
          <a:prstGeom prst="ellipse">
            <a:avLst/>
          </a:prstGeom>
          <a:solidFill>
            <a:srgbClr val="9FD8C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0873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query engine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4681728"/>
            <a:ext cx="109728" cy="109728"/>
          </a:xfrm>
          <a:prstGeom prst="ellipse">
            <a:avLst/>
          </a:prstGeom>
          <a:solidFill>
            <a:srgbClr val="9FD8C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5445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up to date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5138928"/>
            <a:ext cx="109728" cy="109728"/>
          </a:xfrm>
          <a:prstGeom prst="ellipse">
            <a:avLst/>
          </a:prstGeom>
          <a:solidFill>
            <a:srgbClr val="9FD8C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0017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interface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1691640"/>
            <a:ext cx="5623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9202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0" descr="/home/claude/transit_ppt/icons/mapmar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205740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49440" y="18745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Input: Start &amp; Destination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949440" y="221284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enters origin and destination points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663940" y="2816352"/>
            <a:ext cx="274320" cy="256032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9" name="Shape 16"/>
          <p:cNvSpPr/>
          <p:nvPr/>
        </p:nvSpPr>
        <p:spPr>
          <a:xfrm>
            <a:off x="5989320" y="3127248"/>
            <a:ext cx="5623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3355848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1" descr="/home/claude/transit_ppt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3493008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949440" y="331012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Process: Database Query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6949440" y="3648456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searches routes, stops, timings and fares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663940" y="4251960"/>
            <a:ext cx="274320" cy="256032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5" name="Shape 21"/>
          <p:cNvSpPr/>
          <p:nvPr/>
        </p:nvSpPr>
        <p:spPr>
          <a:xfrm>
            <a:off x="5989320" y="4562856"/>
            <a:ext cx="562356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26" name="Shape 22"/>
          <p:cNvSpPr/>
          <p:nvPr/>
        </p:nvSpPr>
        <p:spPr>
          <a:xfrm>
            <a:off x="6217920" y="4791456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7" name="Image 2" descr="/home/claude/transit_ppt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928616"/>
            <a:ext cx="320040" cy="3200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949440" y="474573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Output: Route &amp; Travel Info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6949440" y="508406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routes, timings, fares &amp; travel time displayed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Planner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Public Transit Planner is designed to achieve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transit_ppt/icon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74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 route discovery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532888"/>
            <a:ext cx="31638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passengers instantly find the correct bus or train route between any two points.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8848" y="189280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transit_ppt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011680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874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 accurate timings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98848" y="2532888"/>
            <a:ext cx="31638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reliable schedule information to reduce waiting time and missed connections.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47888" y="189280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transit_ppt/icons/mon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011680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1874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transparent fares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47888" y="2532888"/>
            <a:ext cx="31638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fare details upfront so passengers can plan their journey budget.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408736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transit_ppt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06240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4069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 transport data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9808" y="4727448"/>
            <a:ext cx="31638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all buses, trains, routes, stops and passenger data in one structured database.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8862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98848" y="408736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/home/claude/transit_ppt/icons/bo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206240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4069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fast retrieval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498848" y="4727448"/>
            <a:ext cx="31638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efficient queries and indexing so results are returned in real time.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8862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47888" y="408736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/home/claude/transit_ppt/icons/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206240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69680" y="4069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many users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47888" y="4727448"/>
            <a:ext cx="31638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multiple passengers to search and plan journeys at the same time.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Planner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passenger request to database response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2A357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590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transit_ppt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204" y="23408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017520"/>
            <a:ext cx="2185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/ Passengers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61188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start point &amp; destination via the app interface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81528" y="3410712"/>
            <a:ext cx="283464" cy="219456"/>
          </a:xfrm>
          <a:prstGeom prst="rightArrow">
            <a:avLst/>
          </a:prstGeom>
          <a:solidFill>
            <a:srgbClr val="9FD8CB"/>
          </a:solidFill>
          <a:ln/>
        </p:spPr>
      </p:sp>
      <p:sp>
        <p:nvSpPr>
          <p:cNvPr id="10" name="Shape 7"/>
          <p:cNvSpPr/>
          <p:nvPr/>
        </p:nvSpPr>
        <p:spPr>
          <a:xfrm>
            <a:off x="3383280" y="18745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2A357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2054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transit_ppt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44" y="234086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017520"/>
            <a:ext cx="2185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System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11880" y="361188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requests, runs logic, manages sessions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16168" y="3410712"/>
            <a:ext cx="283464" cy="219456"/>
          </a:xfrm>
          <a:prstGeom prst="rightArrow">
            <a:avLst/>
          </a:prstGeom>
          <a:solidFill>
            <a:srgbClr val="9FD8CB"/>
          </a:solidFill>
          <a:ln/>
        </p:spPr>
      </p:sp>
      <p:sp>
        <p:nvSpPr>
          <p:cNvPr id="16" name="Shape 12"/>
          <p:cNvSpPr/>
          <p:nvPr/>
        </p:nvSpPr>
        <p:spPr>
          <a:xfrm>
            <a:off x="6217920" y="18745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2A357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5518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transit_ppt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484" y="234086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82512" y="3017520"/>
            <a:ext cx="2185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 Database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46520" y="361188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Buses, trains, routes, stops, timings, fares, passengers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750808" y="3410712"/>
            <a:ext cx="283464" cy="219456"/>
          </a:xfrm>
          <a:prstGeom prst="rightArrow">
            <a:avLst/>
          </a:prstGeom>
          <a:solidFill>
            <a:srgbClr val="9FD8CB"/>
          </a:solidFill>
          <a:ln/>
        </p:spPr>
      </p:sp>
      <p:sp>
        <p:nvSpPr>
          <p:cNvPr id="22" name="Shape 17"/>
          <p:cNvSpPr/>
          <p:nvPr/>
        </p:nvSpPr>
        <p:spPr>
          <a:xfrm>
            <a:off x="9052560" y="18745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2A357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98982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/home/claude/transit_ppt/icons/netwo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124" y="234086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17152" y="3017520"/>
            <a:ext cx="2185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Backend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281160" y="361188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the system to serve many users at once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 — each request is served by a query against the central database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Planner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 that store all transit information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9848" y="1993392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transit_ppt/icons/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122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" y="2578608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1792" y="2907792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Bus_ID, Number, Capacity, Type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212848" y="18288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34056" y="1993392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transit_ppt/icons/t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928" y="211226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67712" y="2578608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286000" y="2907792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Train_ID, Number, Class, Type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877056" y="18288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98264" y="1993392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transit_ppt/icons/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211226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2578608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950208" y="2907792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Route_ID, Origin, Destination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5541264" y="18288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062472" y="1993392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transit_ppt/icons/mapmark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211226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96128" y="2578608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614416" y="2907792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Stop_ID, Name, Location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7205472" y="18288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26680" y="1993392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/home/claude/transit_ppt/icons/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2" y="211226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60336" y="2578608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278624" y="2907792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Timing_ID, Arrival, Departure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8869680" y="18288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390888" y="1993392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/home/claude/transit_ppt/icons/mon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211226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24544" y="2578608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Fares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942832" y="2907792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Fare_ID, Route_ID, Amount</a:t>
            </a:r>
            <a:endParaRPr lang="en-US" sz="800" dirty="0"/>
          </a:p>
        </p:txBody>
      </p:sp>
      <p:sp>
        <p:nvSpPr>
          <p:cNvPr id="34" name="Shape 26"/>
          <p:cNvSpPr/>
          <p:nvPr/>
        </p:nvSpPr>
        <p:spPr>
          <a:xfrm>
            <a:off x="10533888" y="18288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1055096" y="1993392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6" name="Image 6" descr="/home/claude/transit_ppt/icons/us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73968" y="2112264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588752" y="2578608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Passengers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10607040" y="2907792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Passenger_ID, Name, Contact</a:t>
            </a:r>
            <a:endParaRPr lang="en-US" sz="800" dirty="0"/>
          </a:p>
        </p:txBody>
      </p:sp>
      <p:sp>
        <p:nvSpPr>
          <p:cNvPr id="39" name="Shape 30"/>
          <p:cNvSpPr/>
          <p:nvPr/>
        </p:nvSpPr>
        <p:spPr>
          <a:xfrm>
            <a:off x="548640" y="3977640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E7F1F3"/>
          </a:solidFill>
          <a:ln/>
        </p:spPr>
      </p:sp>
      <p:sp>
        <p:nvSpPr>
          <p:cNvPr id="40" name="Shape 31"/>
          <p:cNvSpPr/>
          <p:nvPr/>
        </p:nvSpPr>
        <p:spPr>
          <a:xfrm>
            <a:off x="822960" y="42336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7" descr="/home/claude/transit_ppt/icons/lin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976" y="4361688"/>
            <a:ext cx="292608" cy="29260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554480" y="4206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that tie it all together</a:t>
            </a:r>
            <a:endParaRPr lang="en-US" sz="1450" dirty="0"/>
          </a:p>
        </p:txBody>
      </p:sp>
      <p:sp>
        <p:nvSpPr>
          <p:cNvPr id="43" name="Text 33"/>
          <p:cNvSpPr/>
          <p:nvPr/>
        </p:nvSpPr>
        <p:spPr>
          <a:xfrm>
            <a:off x="1554480" y="461772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link Stops in sequence • Buses and Trains are assigned to Routes • Timings are tied to each Route and Vehicle • Fares are calculated per Route • Passengers are linked to their bookings and travel history.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Planner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Concepts Applied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techniques that keep the system fast and reliable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2103120"/>
            <a:ext cx="603504" cy="603504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/home/claude/transit_ppt/icons/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24028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8036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17190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storage for buses, trains, routes, stops, fares and passengers.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98064" y="178308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1C7293"/>
          </a:solidFill>
          <a:ln/>
        </p:spPr>
      </p:sp>
      <p:sp>
        <p:nvSpPr>
          <p:cNvPr id="10" name="Shape 7"/>
          <p:cNvSpPr/>
          <p:nvPr/>
        </p:nvSpPr>
        <p:spPr>
          <a:xfrm>
            <a:off x="3538728" y="2103120"/>
            <a:ext cx="603504" cy="603504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1" descr="/home/claude/transit_ppt/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24028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35224" y="288036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980944" y="3383280"/>
            <a:ext cx="17190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connect routes, stops, timings and fares accurately.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47488" y="178308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065A82"/>
          </a:solidFill>
          <a:ln/>
        </p:spPr>
      </p:sp>
      <p:sp>
        <p:nvSpPr>
          <p:cNvPr id="15" name="Shape 11"/>
          <p:cNvSpPr/>
          <p:nvPr/>
        </p:nvSpPr>
        <p:spPr>
          <a:xfrm>
            <a:off x="5788152" y="2103120"/>
            <a:ext cx="603504" cy="603504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/home/claude/transit_ppt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24028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84648" y="288036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Queries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230368" y="3383280"/>
            <a:ext cx="17190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matching routes and schedules quickly on demand.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296912" y="178308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1C7293"/>
          </a:solidFill>
          <a:ln/>
        </p:spPr>
      </p:sp>
      <p:sp>
        <p:nvSpPr>
          <p:cNvPr id="20" name="Shape 15"/>
          <p:cNvSpPr/>
          <p:nvPr/>
        </p:nvSpPr>
        <p:spPr>
          <a:xfrm>
            <a:off x="8037576" y="2103120"/>
            <a:ext cx="603504" cy="603504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3" descr="/home/claude/transit_ppt/icons/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224028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4072" y="288036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479792" y="3383280"/>
            <a:ext cx="17190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searches on routes, stops and timings.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546336" y="178308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065A82"/>
          </a:solidFill>
          <a:ln/>
        </p:spPr>
      </p:sp>
      <p:sp>
        <p:nvSpPr>
          <p:cNvPr id="25" name="Shape 19"/>
          <p:cNvSpPr/>
          <p:nvPr/>
        </p:nvSpPr>
        <p:spPr>
          <a:xfrm>
            <a:off x="10287000" y="2103120"/>
            <a:ext cx="603504" cy="603504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6" name="Image 4" descr="/home/claude/transit_ppt/icons/syn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2240280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83496" y="288036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729216" y="3383280"/>
            <a:ext cx="17190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bookings and updates consistent and reliable.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Planner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passengers get from the Public Transit Planner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2082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transit_ppt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5798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3794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Search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08760" y="224028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best route between any two points instantly.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202082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transit_ppt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15798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3794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Timings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223760" y="224028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accurate bus and train schedules.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1546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48386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transit_ppt/icons/mon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2102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3009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Fare Estimation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508760" y="37033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estimated fares before you travel.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31546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4808" y="348386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transit_ppt/icons/mapmark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362102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3009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Information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223760" y="37033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boarding and alighting stops easily.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6177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494690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transit_ppt/icons/diagr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084064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476402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Time Estimates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508760" y="51663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how long each journey will take.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63640" y="46177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64808" y="494690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transit_ppt/icons/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5084064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23760" y="476402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Multi-User Support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223760" y="51663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passengers can plan trips simultaneously.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Planner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 makes daily travel easier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A357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1620" y="2148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transit_ppt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924" y="229514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01752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Results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3611880"/>
            <a:ext cx="22037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queries return route and timing information in seconds.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A357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11980" y="2148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transit_ppt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284" y="229514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301752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Data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30168" y="3611880"/>
            <a:ext cx="22037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keep transport and fare records accurate and consistent.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A357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92340" y="2148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transit_ppt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644" y="229514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301752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Scales to Many Users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10528" y="3611880"/>
            <a:ext cx="22037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backend supports high traffic without slowdowns.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89720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A357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172700" y="2148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transit_ppt/icons/diagr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9004" y="229514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54312" y="301752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to Use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90888" y="3611880"/>
            <a:ext cx="22037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 box replaces the need to check multiple sources.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Planner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transit_ppt/icons/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8595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777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system. Every journey, planned with ease.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8961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Transit Planner brings routes, timings, stops and fares together in one reliable, database-driven system — using tables, relationships, queries, indexing and transactions to make daily travel planning simple, fast and stress-free for every passenger.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5989320"/>
            <a:ext cx="121615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1280160" y="5925312"/>
            <a:ext cx="128016" cy="128016"/>
          </a:xfrm>
          <a:prstGeom prst="ellipse">
            <a:avLst/>
          </a:prstGeom>
          <a:solidFill>
            <a:srgbClr val="9FD8CB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40480" y="5925312"/>
            <a:ext cx="128016" cy="128016"/>
          </a:xfrm>
          <a:prstGeom prst="ellipse">
            <a:avLst/>
          </a:prstGeom>
          <a:solidFill>
            <a:srgbClr val="9FD8CB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5925312"/>
            <a:ext cx="128016" cy="128016"/>
          </a:xfrm>
          <a:prstGeom prst="ellipse">
            <a:avLst/>
          </a:prstGeom>
          <a:solidFill>
            <a:srgbClr val="9FD8CB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0" y="5925312"/>
            <a:ext cx="128016" cy="128016"/>
          </a:xfrm>
          <a:prstGeom prst="ellipse">
            <a:avLst/>
          </a:prstGeom>
          <a:solidFill>
            <a:srgbClr val="9FD8CB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064240" y="5925312"/>
            <a:ext cx="128016" cy="128016"/>
          </a:xfrm>
          <a:prstGeom prst="ellipse">
            <a:avLst/>
          </a:prstGeom>
          <a:solidFill>
            <a:srgbClr val="9FD8CB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Planner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2026-08-28T05:00:24Z</dcterms:created>
  <dcterms:modified xsi:type="dcterms:W3CDTF">2026-08-28T05:00:24Z</dcterms:modified>
</cp:coreProperties>
</file>